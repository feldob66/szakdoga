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889778" y="350520"/>
            <a:ext cx="9918430" cy="3329581"/>
          </a:xfrm>
        </p:spPr>
        <p:txBody>
          <a:bodyPr/>
          <a:lstStyle/>
          <a:p>
            <a:r>
              <a:rPr lang="hu-HU" dirty="0" smtClean="0"/>
              <a:t>Unity 3D Játék projekt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7540515" y="6350148"/>
            <a:ext cx="4651485" cy="407268"/>
          </a:xfrm>
        </p:spPr>
        <p:txBody>
          <a:bodyPr>
            <a:normAutofit fontScale="92500"/>
          </a:bodyPr>
          <a:lstStyle/>
          <a:p>
            <a:r>
              <a:rPr lang="hu-HU" dirty="0" smtClean="0"/>
              <a:t>Készítette: Huszár Félix(NK: L3C7AL)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22247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1.hét: </a:t>
            </a:r>
            <a:r>
              <a:rPr lang="hu-HU" b="1" dirty="0"/>
              <a:t>Funkcionális specifikáció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b="1" dirty="0"/>
              <a:t>1. Áttekintés</a:t>
            </a:r>
          </a:p>
          <a:p>
            <a:pPr lvl="1"/>
            <a:r>
              <a:rPr lang="hu-HU" dirty="0"/>
              <a:t>A projekt célja egy </a:t>
            </a:r>
            <a:r>
              <a:rPr lang="hu-HU" b="1" dirty="0"/>
              <a:t>multiplayer minigolf játék</a:t>
            </a:r>
            <a:r>
              <a:rPr lang="hu-HU" dirty="0"/>
              <a:t> fejlesztése, amely a hagyományos minigolf mechanikát </a:t>
            </a:r>
            <a:r>
              <a:rPr lang="hu-HU" b="1" dirty="0"/>
              <a:t>Tower Defense elemekkel</a:t>
            </a:r>
            <a:r>
              <a:rPr lang="hu-HU" dirty="0"/>
              <a:t> ötvözi. A játékosok a pályán felváltva helyezhetnek el csapdákat és akadályokat, miközben saját ütéseiket optimalizálják.</a:t>
            </a:r>
          </a:p>
          <a:p>
            <a:r>
              <a:rPr lang="hu-HU" b="1" dirty="0"/>
              <a:t>2. Fő Funkciók</a:t>
            </a:r>
          </a:p>
          <a:p>
            <a:pPr lvl="1"/>
            <a:r>
              <a:rPr lang="hu-HU" b="1" dirty="0" smtClean="0"/>
              <a:t>Online </a:t>
            </a:r>
            <a:r>
              <a:rPr lang="hu-HU" b="1" dirty="0"/>
              <a:t>multiplayer</a:t>
            </a:r>
            <a:r>
              <a:rPr lang="hu-HU" dirty="0"/>
              <a:t> mód, ahol játékosok valós időben mérkőzhetnek meg</a:t>
            </a:r>
            <a:r>
              <a:rPr lang="hu-HU" dirty="0" smtClean="0"/>
              <a:t>. (Turn Based)</a:t>
            </a:r>
            <a:endParaRPr lang="hu-HU" dirty="0"/>
          </a:p>
          <a:p>
            <a:pPr lvl="1"/>
            <a:r>
              <a:rPr lang="hu-HU" b="1" dirty="0"/>
              <a:t>Csapdák és építmények</a:t>
            </a:r>
            <a:r>
              <a:rPr lang="hu-HU" dirty="0"/>
              <a:t> elhelyezése az ellenfél akadályozására</a:t>
            </a:r>
            <a:r>
              <a:rPr lang="hu-HU" dirty="0" smtClean="0"/>
              <a:t>. (Tower Defense)</a:t>
            </a:r>
            <a:endParaRPr lang="hu-HU" dirty="0"/>
          </a:p>
          <a:p>
            <a:pPr lvl="1"/>
            <a:r>
              <a:rPr lang="hu-HU" b="1" dirty="0"/>
              <a:t>Pályaszerkesztési lehetőség</a:t>
            </a:r>
            <a:r>
              <a:rPr lang="hu-HU" dirty="0"/>
              <a:t>: dinamikusan alakítható pályák</a:t>
            </a:r>
            <a:r>
              <a:rPr lang="hu-HU" dirty="0" smtClean="0"/>
              <a:t>. (Edit mód)</a:t>
            </a:r>
            <a:endParaRPr lang="hu-HU" dirty="0"/>
          </a:p>
          <a:p>
            <a:pPr lvl="1"/>
            <a:r>
              <a:rPr lang="hu-HU" b="1" dirty="0"/>
              <a:t>Pontozási rendszer</a:t>
            </a:r>
            <a:r>
              <a:rPr lang="hu-HU" dirty="0"/>
              <a:t>, amely figyelembe veszi a minigolf ügyességet és a stratégiai elemek hatékonyságát</a:t>
            </a:r>
            <a:r>
              <a:rPr lang="hu-HU" dirty="0" smtClean="0"/>
              <a:t>. (</a:t>
            </a:r>
            <a:r>
              <a:rPr lang="hu-HU" dirty="0"/>
              <a:t>Minigolf </a:t>
            </a:r>
            <a:r>
              <a:rPr lang="hu-HU" dirty="0" smtClean="0"/>
              <a:t>szabályait követi)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0488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2. hét: </a:t>
            </a:r>
            <a:r>
              <a:rPr lang="hu-HU" b="1" dirty="0"/>
              <a:t>Rendszerterv 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2052918"/>
            <a:ext cx="9394000" cy="4195481"/>
          </a:xfrm>
        </p:spPr>
        <p:txBody>
          <a:bodyPr>
            <a:normAutofit lnSpcReduction="10000"/>
          </a:bodyPr>
          <a:lstStyle/>
          <a:p>
            <a:r>
              <a:rPr lang="hu-HU" b="1" dirty="0" smtClean="0"/>
              <a:t>1</a:t>
            </a:r>
            <a:r>
              <a:rPr lang="hu-HU" b="1" dirty="0"/>
              <a:t>. A rendszer célja</a:t>
            </a:r>
          </a:p>
          <a:p>
            <a:pPr lvl="1"/>
            <a:r>
              <a:rPr lang="hu-HU" dirty="0"/>
              <a:t>Kombinált játékmenet: </a:t>
            </a:r>
            <a:r>
              <a:rPr lang="hu-HU" b="1" dirty="0"/>
              <a:t>minigolf</a:t>
            </a:r>
            <a:r>
              <a:rPr lang="hu-HU" dirty="0"/>
              <a:t> ügyesség + </a:t>
            </a:r>
            <a:r>
              <a:rPr lang="hu-HU" b="1" dirty="0" err="1"/>
              <a:t>tower</a:t>
            </a:r>
            <a:r>
              <a:rPr lang="hu-HU" b="1" dirty="0"/>
              <a:t> </a:t>
            </a:r>
            <a:r>
              <a:rPr lang="hu-HU" b="1" dirty="0" err="1"/>
              <a:t>defense</a:t>
            </a:r>
            <a:r>
              <a:rPr lang="hu-HU" dirty="0"/>
              <a:t> taktika.</a:t>
            </a:r>
          </a:p>
          <a:p>
            <a:pPr lvl="1"/>
            <a:r>
              <a:rPr lang="hu-HU" dirty="0"/>
              <a:t>Többjátékos mód: verseny és csapatjáték PC-n </a:t>
            </a:r>
            <a:r>
              <a:rPr lang="hu-HU" dirty="0" smtClean="0"/>
              <a:t>(és mobilon?). (Eldöntetlen.)</a:t>
            </a:r>
            <a:endParaRPr lang="hu-HU" dirty="0"/>
          </a:p>
          <a:p>
            <a:r>
              <a:rPr lang="hu-HU" b="1" dirty="0"/>
              <a:t>2. </a:t>
            </a:r>
            <a:r>
              <a:rPr lang="hu-HU" b="1" dirty="0" smtClean="0"/>
              <a:t>Projektterv, Szerepkörök</a:t>
            </a:r>
            <a:r>
              <a:rPr lang="hu-HU" b="1" dirty="0"/>
              <a:t>:</a:t>
            </a:r>
            <a:endParaRPr lang="hu-HU" dirty="0"/>
          </a:p>
          <a:p>
            <a:pPr lvl="1"/>
            <a:r>
              <a:rPr lang="hu-HU" dirty="0"/>
              <a:t>Projektvezető, Frontend- és Backend fejlesztők, Játékmenet-fejlesztők, Tesztelők.</a:t>
            </a:r>
          </a:p>
          <a:p>
            <a:r>
              <a:rPr lang="hu-HU" b="1" dirty="0" smtClean="0"/>
              <a:t>3. Ütemterv</a:t>
            </a:r>
            <a:r>
              <a:rPr lang="hu-HU" b="1" dirty="0"/>
              <a:t>:</a:t>
            </a:r>
            <a:endParaRPr lang="hu-HU" dirty="0"/>
          </a:p>
          <a:p>
            <a:pPr lvl="1"/>
            <a:r>
              <a:rPr lang="hu-HU" dirty="0"/>
              <a:t>Alap játékmenet (1. hónap).</a:t>
            </a:r>
          </a:p>
          <a:p>
            <a:pPr lvl="1"/>
            <a:r>
              <a:rPr lang="hu-HU" dirty="0"/>
              <a:t>Multiplayer fejlesztés (2. hónap).</a:t>
            </a:r>
          </a:p>
          <a:p>
            <a:pPr lvl="1"/>
            <a:r>
              <a:rPr lang="hu-HU" dirty="0"/>
              <a:t>Pályaszerkesztő (3. hónap).</a:t>
            </a:r>
          </a:p>
          <a:p>
            <a:pPr lvl="1"/>
            <a:r>
              <a:rPr lang="hu-HU" dirty="0"/>
              <a:t>Tesztelés és optimalizálás (4. hónap).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86874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 munka első hetei</a:t>
            </a:r>
          </a:p>
        </p:txBody>
      </p:sp>
      <p:sp>
        <p:nvSpPr>
          <p:cNvPr id="5" name="Tartalom helye 2"/>
          <p:cNvSpPr txBox="1">
            <a:spLocks/>
          </p:cNvSpPr>
          <p:nvPr/>
        </p:nvSpPr>
        <p:spPr>
          <a:xfrm>
            <a:off x="1103312" y="2052918"/>
            <a:ext cx="9394000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hu-HU" altLang="hu-HU" b="1" dirty="0" smtClean="0">
                <a:latin typeface="Arial" panose="020B0604020202020204" pitchFamily="34" charset="0"/>
              </a:rPr>
              <a:t>3</a:t>
            </a:r>
            <a:r>
              <a:rPr lang="hu-HU" altLang="hu-HU" b="1" dirty="0">
                <a:latin typeface="Arial" panose="020B0604020202020204" pitchFamily="34" charset="0"/>
              </a:rPr>
              <a:t>. </a:t>
            </a:r>
            <a:r>
              <a:rPr lang="hu-HU" altLang="hu-HU" b="1" dirty="0" smtClean="0">
                <a:latin typeface="Arial" panose="020B0604020202020204" pitchFamily="34" charset="0"/>
              </a:rPr>
              <a:t>hét</a:t>
            </a:r>
            <a:endParaRPr lang="hu-HU" altLang="hu-HU" dirty="0" smtClean="0">
              <a:latin typeface="Arial" panose="020B0604020202020204" pitchFamily="34" charset="0"/>
            </a:endParaRPr>
          </a:p>
          <a:p>
            <a:pPr lvl="1"/>
            <a:r>
              <a:rPr lang="hu-HU" altLang="hu-HU" dirty="0" smtClean="0">
                <a:latin typeface="Arial" panose="020B0604020202020204" pitchFamily="34" charset="0"/>
              </a:rPr>
              <a:t>Megismerkedés </a:t>
            </a:r>
            <a:r>
              <a:rPr lang="hu-HU" altLang="hu-HU" dirty="0">
                <a:latin typeface="Arial" panose="020B0604020202020204" pitchFamily="34" charset="0"/>
              </a:rPr>
              <a:t>a </a:t>
            </a:r>
            <a:r>
              <a:rPr lang="hu-HU" altLang="hu-HU" b="1" dirty="0" err="1">
                <a:latin typeface="Arial" panose="020B0604020202020204" pitchFamily="34" charset="0"/>
              </a:rPr>
              <a:t>DevOps</a:t>
            </a:r>
            <a:r>
              <a:rPr lang="hu-HU" altLang="hu-HU" b="1" dirty="0">
                <a:latin typeface="Arial" panose="020B0604020202020204" pitchFamily="34" charset="0"/>
              </a:rPr>
              <a:t> keretrendszerrel</a:t>
            </a:r>
            <a:r>
              <a:rPr lang="hu-HU" altLang="hu-HU" dirty="0">
                <a:latin typeface="Arial" panose="020B0604020202020204" pitchFamily="34" charset="0"/>
              </a:rPr>
              <a:t>, repo </a:t>
            </a:r>
            <a:r>
              <a:rPr lang="hu-HU" altLang="hu-HU" dirty="0" smtClean="0">
                <a:latin typeface="Arial" panose="020B0604020202020204" pitchFamily="34" charset="0"/>
              </a:rPr>
              <a:t>létrehozása.</a:t>
            </a:r>
          </a:p>
          <a:p>
            <a:pPr lvl="1"/>
            <a:r>
              <a:rPr lang="hu-HU" altLang="hu-HU" b="1" dirty="0" smtClean="0">
                <a:latin typeface="Arial" panose="020B0604020202020204" pitchFamily="34" charset="0"/>
              </a:rPr>
              <a:t>Sprintekkel való ismerkedés</a:t>
            </a:r>
            <a:r>
              <a:rPr lang="hu-HU" altLang="hu-HU" dirty="0" smtClean="0">
                <a:latin typeface="Arial" panose="020B0604020202020204" pitchFamily="34" charset="0"/>
              </a:rPr>
              <a:t>.</a:t>
            </a:r>
          </a:p>
          <a:p>
            <a:r>
              <a:rPr lang="hu-HU" altLang="hu-HU" b="1" dirty="0">
                <a:latin typeface="Arial" panose="020B0604020202020204" pitchFamily="34" charset="0"/>
              </a:rPr>
              <a:t>4. hét </a:t>
            </a:r>
          </a:p>
          <a:p>
            <a:pPr lvl="1"/>
            <a:r>
              <a:rPr lang="hu-HU" altLang="hu-HU" dirty="0" smtClean="0">
                <a:latin typeface="Arial" panose="020B0604020202020204" pitchFamily="34" charset="0"/>
              </a:rPr>
              <a:t>Első kis projekt: </a:t>
            </a:r>
            <a:r>
              <a:rPr lang="hu-HU" altLang="hu-HU" b="1" dirty="0">
                <a:latin typeface="Arial" panose="020B0604020202020204" pitchFamily="34" charset="0"/>
              </a:rPr>
              <a:t>.js konzolból </a:t>
            </a:r>
            <a:r>
              <a:rPr lang="hu-HU" altLang="hu-HU" dirty="0" smtClean="0">
                <a:latin typeface="Arial" panose="020B0604020202020204" pitchFamily="34" charset="0"/>
              </a:rPr>
              <a:t>vezérelhető játékmódosítás.</a:t>
            </a:r>
            <a:br>
              <a:rPr lang="hu-HU" altLang="hu-HU" dirty="0" smtClean="0">
                <a:latin typeface="Arial" panose="020B0604020202020204" pitchFamily="34" charset="0"/>
              </a:rPr>
            </a:br>
            <a:r>
              <a:rPr lang="hu-HU" altLang="hu-HU" dirty="0" smtClean="0">
                <a:latin typeface="Arial" panose="020B0604020202020204" pitchFamily="34" charset="0"/>
              </a:rPr>
              <a:t>(Példa: Üzenetekben kiemeli a játékos nevét, ha szerepel benne.)</a:t>
            </a:r>
          </a:p>
          <a:p>
            <a:r>
              <a:rPr lang="hu-HU" altLang="hu-HU" b="1" dirty="0">
                <a:latin typeface="Arial" panose="020B0604020202020204" pitchFamily="34" charset="0"/>
              </a:rPr>
              <a:t>5. hét</a:t>
            </a:r>
          </a:p>
          <a:p>
            <a:pPr lvl="1"/>
            <a:r>
              <a:rPr lang="hu-HU" altLang="hu-HU" dirty="0" smtClean="0">
                <a:latin typeface="Arial" panose="020B0604020202020204" pitchFamily="34" charset="0"/>
              </a:rPr>
              <a:t>Második kis projekt: </a:t>
            </a:r>
            <a:r>
              <a:rPr lang="hu-HU" altLang="hu-HU" b="1" dirty="0">
                <a:latin typeface="Arial" panose="020B0604020202020204" pitchFamily="34" charset="0"/>
              </a:rPr>
              <a:t>40x40-es térkép </a:t>
            </a:r>
            <a:r>
              <a:rPr lang="hu-HU" altLang="hu-HU" dirty="0" smtClean="0">
                <a:latin typeface="Arial" panose="020B0604020202020204" pitchFamily="34" charset="0"/>
              </a:rPr>
              <a:t>exportálása képként.</a:t>
            </a:r>
          </a:p>
          <a:p>
            <a:pPr lvl="1"/>
            <a:r>
              <a:rPr lang="hu-HU" altLang="hu-HU" dirty="0" smtClean="0">
                <a:latin typeface="Arial" panose="020B0604020202020204" pitchFamily="34" charset="0"/>
              </a:rPr>
              <a:t>Térképkód </a:t>
            </a:r>
            <a:r>
              <a:rPr lang="hu-HU" altLang="hu-HU" dirty="0">
                <a:latin typeface="Arial" panose="020B0604020202020204" pitchFamily="34" charset="0"/>
              </a:rPr>
              <a:t>-&gt; Kép konvertáló script fejlesztése és tesztelése.</a:t>
            </a:r>
          </a:p>
          <a:p>
            <a:endParaRPr lang="hu-HU" altLang="hu-HU" dirty="0" smtClean="0">
              <a:latin typeface="Arial" panose="020B0604020202020204" pitchFamily="34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30462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További problémás </a:t>
            </a:r>
            <a:r>
              <a:rPr lang="hu-HU" b="1" dirty="0" smtClean="0"/>
              <a:t>hetek</a:t>
            </a:r>
            <a:endParaRPr lang="hu-HU" b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latin typeface="Arial" panose="020B0604020202020204" pitchFamily="34" charset="0"/>
              </a:rPr>
              <a:t>6. hét</a:t>
            </a:r>
          </a:p>
          <a:p>
            <a:pPr lvl="1"/>
            <a:r>
              <a:rPr lang="hu-HU" dirty="0"/>
              <a:t>Unity keretrendszer telepítése, ismerkedés (videók, cikkek gyűjtése</a:t>
            </a:r>
            <a:r>
              <a:rPr lang="hu-HU" dirty="0" smtClean="0"/>
              <a:t>).</a:t>
            </a:r>
          </a:p>
          <a:p>
            <a:r>
              <a:rPr lang="hu-HU" b="1" dirty="0">
                <a:latin typeface="Arial" panose="020B0604020202020204" pitchFamily="34" charset="0"/>
              </a:rPr>
              <a:t>7.hét</a:t>
            </a:r>
          </a:p>
          <a:p>
            <a:pPr lvl="1"/>
            <a:r>
              <a:rPr lang="hu-HU" b="1" dirty="0"/>
              <a:t>Github és Unity tárhelyproblémák</a:t>
            </a:r>
            <a:r>
              <a:rPr lang="hu-HU" dirty="0"/>
              <a:t>: repo klónozása sikertelen</a:t>
            </a:r>
            <a:r>
              <a:rPr lang="hu-HU" dirty="0" smtClean="0"/>
              <a:t>.</a:t>
            </a:r>
          </a:p>
          <a:p>
            <a:r>
              <a:rPr lang="hu-HU" b="1" dirty="0">
                <a:latin typeface="Arial" panose="020B0604020202020204" pitchFamily="34" charset="0"/>
              </a:rPr>
              <a:t>8. hét</a:t>
            </a:r>
          </a:p>
          <a:p>
            <a:pPr lvl="1"/>
            <a:r>
              <a:rPr lang="hu-HU" dirty="0"/>
              <a:t>Vírusellenőrzés: </a:t>
            </a:r>
            <a:r>
              <a:rPr lang="hu-HU" b="1" dirty="0"/>
              <a:t>44 vírus eltávolítása</a:t>
            </a:r>
            <a:r>
              <a:rPr lang="hu-HU" dirty="0"/>
              <a:t> (~1,5 hét</a:t>
            </a:r>
            <a:r>
              <a:rPr lang="hu-HU" dirty="0" smtClean="0"/>
              <a:t>).</a:t>
            </a:r>
          </a:p>
          <a:p>
            <a:r>
              <a:rPr lang="hu-HU" b="1" dirty="0">
                <a:latin typeface="Arial" panose="020B0604020202020204" pitchFamily="34" charset="0"/>
              </a:rPr>
              <a:t>9. hét</a:t>
            </a:r>
          </a:p>
          <a:p>
            <a:pPr lvl="1"/>
            <a:r>
              <a:rPr lang="hu-HU" dirty="0"/>
              <a:t>Tárhely felszabadítása: </a:t>
            </a:r>
            <a:r>
              <a:rPr lang="hu-HU" b="1" dirty="0"/>
              <a:t>55 GB eltávolítása</a:t>
            </a:r>
            <a:r>
              <a:rPr lang="hu-HU" dirty="0"/>
              <a:t> </a:t>
            </a:r>
            <a:r>
              <a:rPr lang="hu-HU" dirty="0" smtClean="0"/>
              <a:t>Temp </a:t>
            </a:r>
            <a:r>
              <a:rPr lang="hu-HU" dirty="0"/>
              <a:t>fájlokból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Unity </a:t>
            </a:r>
            <a:r>
              <a:rPr lang="hu-HU" dirty="0" smtClean="0"/>
              <a:t>tutorial újbóli elkezdése, feléig elkészítése.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714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Problémák és Haladás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sz="2400" b="1" dirty="0">
                <a:latin typeface="Arial" panose="020B0604020202020204" pitchFamily="34" charset="0"/>
              </a:rPr>
              <a:t>10. hét</a:t>
            </a:r>
          </a:p>
          <a:p>
            <a:pPr lvl="1"/>
            <a:r>
              <a:rPr lang="hu-HU" b="1" dirty="0"/>
              <a:t>További vírusok eltávolítása</a:t>
            </a:r>
            <a:r>
              <a:rPr lang="hu-HU" dirty="0"/>
              <a:t> (rendszert érintő problémák</a:t>
            </a:r>
            <a:r>
              <a:rPr lang="hu-HU" dirty="0" smtClean="0"/>
              <a:t>).</a:t>
            </a:r>
          </a:p>
          <a:p>
            <a:pPr lvl="1"/>
            <a:r>
              <a:rPr lang="hu-HU" dirty="0"/>
              <a:t>Hobbi projektek előtérben, a feladat helyett</a:t>
            </a:r>
            <a:r>
              <a:rPr lang="hu-HU" dirty="0" smtClean="0"/>
              <a:t>.</a:t>
            </a:r>
          </a:p>
          <a:p>
            <a:r>
              <a:rPr lang="hu-HU" dirty="0"/>
              <a:t>Hobbi projektek </a:t>
            </a:r>
            <a:r>
              <a:rPr lang="hu-HU" dirty="0" smtClean="0"/>
              <a:t>eredményei:</a:t>
            </a:r>
          </a:p>
          <a:p>
            <a:pPr lvl="1"/>
            <a:r>
              <a:rPr lang="hu-HU" b="1" dirty="0"/>
              <a:t>TikTakToe </a:t>
            </a:r>
            <a:r>
              <a:rPr lang="hu-HU" b="1" dirty="0" smtClean="0"/>
              <a:t>minijáték</a:t>
            </a:r>
            <a:r>
              <a:rPr lang="hu-HU" dirty="0" smtClean="0"/>
              <a:t>.</a:t>
            </a:r>
          </a:p>
          <a:p>
            <a:pPr lvl="1"/>
            <a:r>
              <a:rPr lang="hu-HU" b="1" dirty="0"/>
              <a:t>r/</a:t>
            </a:r>
            <a:r>
              <a:rPr lang="hu-HU" b="1" dirty="0" err="1"/>
              <a:t>Place</a:t>
            </a:r>
            <a:r>
              <a:rPr lang="hu-HU" b="1" dirty="0"/>
              <a:t> </a:t>
            </a:r>
            <a:r>
              <a:rPr lang="hu-HU" b="1" dirty="0" smtClean="0"/>
              <a:t>remake</a:t>
            </a:r>
            <a:r>
              <a:rPr lang="hu-HU" dirty="0" smtClean="0"/>
              <a:t>.</a:t>
            </a:r>
          </a:p>
          <a:p>
            <a:pPr lvl="1"/>
            <a:r>
              <a:rPr lang="hu-HU" b="1" dirty="0"/>
              <a:t>Animált </a:t>
            </a:r>
            <a:r>
              <a:rPr lang="hu-HU" b="1" dirty="0" smtClean="0"/>
              <a:t>hullámok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Halloween esemény: </a:t>
            </a:r>
            <a:r>
              <a:rPr lang="hu-HU" b="1" dirty="0"/>
              <a:t>Labirintus minijátékok</a:t>
            </a:r>
            <a:r>
              <a:rPr lang="hu-HU" dirty="0" smtClean="0"/>
              <a:t>.</a:t>
            </a:r>
          </a:p>
          <a:p>
            <a:pPr lvl="2"/>
            <a:r>
              <a:rPr lang="hu-HU" b="1" dirty="0"/>
              <a:t>Bűnök labirintusa:</a:t>
            </a:r>
            <a:r>
              <a:rPr lang="hu-HU" dirty="0"/>
              <a:t> </a:t>
            </a:r>
            <a:r>
              <a:rPr lang="hu-HU" dirty="0" smtClean="0"/>
              <a:t>Sloth. (</a:t>
            </a:r>
            <a:r>
              <a:rPr lang="hu-HU" dirty="0"/>
              <a:t>Változó </a:t>
            </a:r>
            <a:r>
              <a:rPr lang="hu-HU" dirty="0" smtClean="0"/>
              <a:t>irányú ajtók.)</a:t>
            </a:r>
          </a:p>
          <a:p>
            <a:pPr lvl="2"/>
            <a:r>
              <a:rPr lang="hu-HU" b="1" dirty="0"/>
              <a:t>Bűnök labirintusa:</a:t>
            </a:r>
            <a:r>
              <a:rPr lang="hu-HU" dirty="0"/>
              <a:t> Gluttony</a:t>
            </a:r>
            <a:r>
              <a:rPr lang="hu-HU" dirty="0" smtClean="0"/>
              <a:t>. (Fal </a:t>
            </a:r>
            <a:r>
              <a:rPr lang="hu-HU" dirty="0" err="1" smtClean="0"/>
              <a:t>glitch</a:t>
            </a:r>
            <a:r>
              <a:rPr lang="hu-HU" dirty="0" smtClean="0"/>
              <a:t> mechanika. Első </a:t>
            </a:r>
            <a:r>
              <a:rPr lang="hu-HU" dirty="0" err="1" smtClean="0"/>
              <a:t>trigger</a:t>
            </a:r>
            <a:r>
              <a:rPr lang="hu-HU" dirty="0" smtClean="0"/>
              <a:t> </a:t>
            </a:r>
            <a:r>
              <a:rPr lang="hu-HU" dirty="0" err="1" smtClean="0"/>
              <a:t>event</a:t>
            </a:r>
            <a:r>
              <a:rPr lang="hu-HU" dirty="0" smtClean="0"/>
              <a:t> észlelő megírása.)</a:t>
            </a:r>
          </a:p>
          <a:p>
            <a:r>
              <a:rPr lang="hu-HU" dirty="0"/>
              <a:t>Karácsonyi esemény</a:t>
            </a:r>
            <a:r>
              <a:rPr lang="hu-HU" dirty="0" smtClean="0"/>
              <a:t>:</a:t>
            </a:r>
          </a:p>
          <a:p>
            <a:pPr lvl="1"/>
            <a:r>
              <a:rPr lang="hu-HU" b="1" dirty="0"/>
              <a:t>Titkos ajándékozó bot</a:t>
            </a:r>
            <a:r>
              <a:rPr lang="hu-HU" dirty="0"/>
              <a:t>, fogadó bot. (Player.Description-be mentett LZString objektum.)</a:t>
            </a:r>
          </a:p>
          <a:p>
            <a:r>
              <a:rPr lang="hu-HU" b="1" dirty="0" smtClean="0"/>
              <a:t>Anticheat </a:t>
            </a:r>
            <a:r>
              <a:rPr lang="hu-HU" b="1" dirty="0"/>
              <a:t>fejlesztése</a:t>
            </a:r>
            <a:r>
              <a:rPr lang="hu-HU" dirty="0"/>
              <a:t> (adminoknak, csalók azonosítása).</a:t>
            </a:r>
          </a:p>
        </p:txBody>
      </p:sp>
    </p:spTree>
    <p:extLst>
      <p:ext uri="{BB962C8B-B14F-4D97-AF65-F5344CB8AC3E}">
        <p14:creationId xmlns:p14="http://schemas.microsoft.com/office/powerpoint/2010/main" val="168158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Kihívások és időkezelés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sz="2400" b="1" dirty="0">
                <a:latin typeface="Arial" panose="020B0604020202020204" pitchFamily="34" charset="0"/>
              </a:rPr>
              <a:t>11-12. hét</a:t>
            </a:r>
          </a:p>
          <a:p>
            <a:pPr lvl="1"/>
            <a:r>
              <a:rPr lang="hu-HU" b="1" dirty="0"/>
              <a:t>Külső problémák</a:t>
            </a:r>
            <a:r>
              <a:rPr lang="hu-HU" dirty="0"/>
              <a:t> és </a:t>
            </a:r>
            <a:r>
              <a:rPr lang="hu-HU" b="1" dirty="0"/>
              <a:t>rossz időbeosztás</a:t>
            </a:r>
            <a:r>
              <a:rPr lang="hu-HU" dirty="0"/>
              <a:t> hátráltatták a haladást</a:t>
            </a:r>
            <a:r>
              <a:rPr lang="hu-HU" dirty="0" smtClean="0"/>
              <a:t>.</a:t>
            </a:r>
          </a:p>
          <a:p>
            <a:pPr lvl="1"/>
            <a:r>
              <a:rPr lang="hu-HU" b="1" dirty="0"/>
              <a:t>Iskolai gondok</a:t>
            </a:r>
            <a:r>
              <a:rPr lang="hu-HU" dirty="0"/>
              <a:t> és vizsgák előkészülete</a:t>
            </a:r>
            <a:r>
              <a:rPr lang="hu-HU" dirty="0" smtClean="0"/>
              <a:t>.</a:t>
            </a:r>
          </a:p>
          <a:p>
            <a:r>
              <a:rPr lang="hu-HU" dirty="0" smtClean="0"/>
              <a:t>Sikerek</a:t>
            </a:r>
          </a:p>
          <a:p>
            <a:pPr lvl="1"/>
            <a:r>
              <a:rPr lang="hu-HU" dirty="0"/>
              <a:t>Tutorial </a:t>
            </a:r>
            <a:r>
              <a:rPr lang="hu-HU" b="1" dirty="0"/>
              <a:t>befejezése</a:t>
            </a:r>
            <a:r>
              <a:rPr lang="hu-HU" dirty="0"/>
              <a:t>: új motiváció és kedv a projekthez</a:t>
            </a:r>
            <a:r>
              <a:rPr lang="hu-HU" dirty="0" smtClean="0"/>
              <a:t>.</a:t>
            </a:r>
          </a:p>
          <a:p>
            <a:pPr lvl="1"/>
            <a:r>
              <a:rPr lang="hu-HU" b="1" dirty="0"/>
              <a:t>Multiplayer fejlesztés</a:t>
            </a:r>
            <a:r>
              <a:rPr lang="hu-HU" dirty="0"/>
              <a:t>: kezdeti sikertelenség, de új források felfedezése</a:t>
            </a:r>
            <a:r>
              <a:rPr lang="hu-HU" dirty="0" smtClean="0"/>
              <a:t>.</a:t>
            </a:r>
          </a:p>
          <a:p>
            <a:r>
              <a:rPr lang="hu-HU" dirty="0"/>
              <a:t>Jelen </a:t>
            </a:r>
            <a:r>
              <a:rPr lang="hu-HU" dirty="0" smtClean="0"/>
              <a:t>állapot</a:t>
            </a:r>
          </a:p>
          <a:p>
            <a:pPr lvl="1"/>
            <a:r>
              <a:rPr lang="hu-HU" b="1" dirty="0"/>
              <a:t>Működő </a:t>
            </a:r>
            <a:r>
              <a:rPr lang="hu-HU" b="1" dirty="0" smtClean="0"/>
              <a:t>Tutorial befejezve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Multiplayer fejlesztés folyamatban</a:t>
            </a:r>
            <a:r>
              <a:rPr lang="hu-HU" dirty="0" smtClean="0"/>
              <a:t>.</a:t>
            </a:r>
          </a:p>
          <a:p>
            <a:r>
              <a:rPr lang="hu-HU" dirty="0" smtClean="0"/>
              <a:t>Célok</a:t>
            </a:r>
          </a:p>
          <a:p>
            <a:pPr lvl="1"/>
            <a:r>
              <a:rPr lang="hu-HU" b="1" dirty="0"/>
              <a:t>70%-</a:t>
            </a:r>
            <a:r>
              <a:rPr lang="hu-HU" b="1" dirty="0" err="1"/>
              <a:t>os</a:t>
            </a:r>
            <a:r>
              <a:rPr lang="hu-HU" b="1" dirty="0"/>
              <a:t> készültség</a:t>
            </a:r>
            <a:r>
              <a:rPr lang="hu-HU" dirty="0"/>
              <a:t> január 23-ig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Multiplayer funkcionalitás </a:t>
            </a:r>
            <a:r>
              <a:rPr lang="hu-HU" dirty="0" smtClean="0"/>
              <a:t>kifejlesztése.</a:t>
            </a:r>
          </a:p>
          <a:p>
            <a:pPr lvl="1"/>
            <a:r>
              <a:rPr lang="hu-HU" dirty="0"/>
              <a:t>Optimalizálás és további fejlesztések.</a:t>
            </a:r>
          </a:p>
        </p:txBody>
      </p:sp>
    </p:spTree>
    <p:extLst>
      <p:ext uri="{BB962C8B-B14F-4D97-AF65-F5344CB8AC3E}">
        <p14:creationId xmlns:p14="http://schemas.microsoft.com/office/powerpoint/2010/main" val="3520810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/>
              <a:t>Fejlesztési időszak </a:t>
            </a:r>
            <a:r>
              <a:rPr lang="hu-HU" b="1" dirty="0"/>
              <a:t>kihívásai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 smtClean="0"/>
              <a:t>Nehézségek</a:t>
            </a:r>
          </a:p>
          <a:p>
            <a:pPr lvl="1"/>
            <a:r>
              <a:rPr lang="hu-HU" dirty="0" smtClean="0"/>
              <a:t>Vizsgákra/ZH-k-ra </a:t>
            </a:r>
            <a:r>
              <a:rPr lang="hu-HU" dirty="0"/>
              <a:t>készülés, időhiány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Rettenetes időbeosztási készség.</a:t>
            </a:r>
          </a:p>
          <a:p>
            <a:pPr lvl="1"/>
            <a:r>
              <a:rPr lang="hu-HU" dirty="0"/>
              <a:t>A projekt lassú indulása</a:t>
            </a:r>
            <a:r>
              <a:rPr lang="hu-HU" dirty="0" smtClean="0"/>
              <a:t>:</a:t>
            </a:r>
          </a:p>
          <a:p>
            <a:pPr lvl="2"/>
            <a:r>
              <a:rPr lang="hu-HU" dirty="0"/>
              <a:t>Az első hetekben csapattárs keresésére fókuszáltam, hogy közös munka révén gyorsabban haladjunk, és fejlesszem a csapatmunkámat</a:t>
            </a:r>
            <a:r>
              <a:rPr lang="hu-HU" dirty="0" smtClean="0"/>
              <a:t>.</a:t>
            </a:r>
          </a:p>
          <a:p>
            <a:pPr lvl="2"/>
            <a:r>
              <a:rPr lang="hu-HU" dirty="0"/>
              <a:t>Sajnos nem sikerült partnert találnom, így egyedül folytattam a munkát.</a:t>
            </a:r>
            <a:endParaRPr lang="hu-HU" dirty="0" smtClean="0"/>
          </a:p>
          <a:p>
            <a:r>
              <a:rPr lang="hu-HU" dirty="0" smtClean="0"/>
              <a:t>Pozitívumok</a:t>
            </a:r>
          </a:p>
          <a:p>
            <a:pPr lvl="1"/>
            <a:r>
              <a:rPr lang="hu-HU" dirty="0"/>
              <a:t>Projektvezetői konzultációk támogató hozzáállása</a:t>
            </a:r>
            <a:r>
              <a:rPr lang="hu-HU" dirty="0" smtClean="0"/>
              <a:t>. (Troll Ede)</a:t>
            </a:r>
          </a:p>
          <a:p>
            <a:pPr lvl="1"/>
            <a:r>
              <a:rPr lang="hu-HU" dirty="0" smtClean="0"/>
              <a:t>Eddigi sikerek, inspiráció </a:t>
            </a:r>
            <a:r>
              <a:rPr lang="hu-HU" dirty="0"/>
              <a:t>a </a:t>
            </a:r>
            <a:r>
              <a:rPr lang="hu-HU" dirty="0" smtClean="0"/>
              <a:t>hibáimból/tapasztalataimból és az órákon tanultak </a:t>
            </a:r>
            <a:r>
              <a:rPr lang="hu-HU" dirty="0"/>
              <a:t>alapján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Új technológiák és megoldások elsajátítása.</a:t>
            </a:r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02386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Összegzés és kilátások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Eddigi </a:t>
            </a:r>
            <a:r>
              <a:rPr lang="hu-HU" dirty="0" smtClean="0"/>
              <a:t>eredmények</a:t>
            </a:r>
          </a:p>
          <a:p>
            <a:pPr lvl="1"/>
            <a:r>
              <a:rPr lang="hu-HU" dirty="0"/>
              <a:t>Számos hobbi projekt során megszerzett tapasztalat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Megoldott technikai problémák és víruseltávolítások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Játékfejlesztési alapok elsajátítása</a:t>
            </a:r>
            <a:r>
              <a:rPr lang="hu-HU" dirty="0" smtClean="0"/>
              <a:t>.</a:t>
            </a:r>
          </a:p>
          <a:p>
            <a:r>
              <a:rPr lang="hu-HU" dirty="0"/>
              <a:t>Jövőbeli </a:t>
            </a:r>
            <a:r>
              <a:rPr lang="hu-HU" dirty="0" smtClean="0"/>
              <a:t>terv</a:t>
            </a:r>
          </a:p>
          <a:p>
            <a:pPr lvl="1"/>
            <a:r>
              <a:rPr lang="hu-HU" dirty="0" smtClean="0"/>
              <a:t>Szünet alatt és a vizsgaidőszak vége előtt</a:t>
            </a:r>
            <a:r>
              <a:rPr lang="hu-HU" dirty="0"/>
              <a:t>: </a:t>
            </a:r>
            <a:r>
              <a:rPr lang="hu-HU" b="1" dirty="0"/>
              <a:t>multiplayer fejlesztés befejezése</a:t>
            </a:r>
            <a:r>
              <a:rPr lang="hu-HU" dirty="0" smtClean="0"/>
              <a:t>.</a:t>
            </a:r>
          </a:p>
          <a:p>
            <a:pPr lvl="1"/>
            <a:r>
              <a:rPr lang="hu-HU" dirty="0"/>
              <a:t>Január végére: </a:t>
            </a:r>
            <a:r>
              <a:rPr lang="hu-HU" b="1" dirty="0"/>
              <a:t>teljes funkcionalitás</a:t>
            </a:r>
            <a:r>
              <a:rPr lang="hu-HU" dirty="0"/>
              <a:t> elérése és bemutatása</a:t>
            </a:r>
            <a:r>
              <a:rPr lang="hu-HU" dirty="0" smtClean="0"/>
              <a:t>. (Min. 70%)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79069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119</TotalTime>
  <Words>613</Words>
  <Application>Microsoft Office PowerPoint</Application>
  <PresentationFormat>Szélesvásznú</PresentationFormat>
  <Paragraphs>87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Unity 3D Játék projekt</vt:lpstr>
      <vt:lpstr>1.hét: Funkcionális specifikáció</vt:lpstr>
      <vt:lpstr>2. hét: Rendszerterv </vt:lpstr>
      <vt:lpstr>A munka első hetei</vt:lpstr>
      <vt:lpstr>További problémás hetek</vt:lpstr>
      <vt:lpstr>Problémák és Haladás</vt:lpstr>
      <vt:lpstr>Kihívások és időkezelés</vt:lpstr>
      <vt:lpstr>Fejlesztési időszak kihívásai</vt:lpstr>
      <vt:lpstr>Összegzés és kilátások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 3D Játék projekt</dc:title>
  <dc:creator>Felhasználó</dc:creator>
  <cp:lastModifiedBy>Felhasználó</cp:lastModifiedBy>
  <cp:revision>10</cp:revision>
  <dcterms:created xsi:type="dcterms:W3CDTF">2024-12-10T13:48:35Z</dcterms:created>
  <dcterms:modified xsi:type="dcterms:W3CDTF">2024-12-10T16:17:19Z</dcterms:modified>
</cp:coreProperties>
</file>